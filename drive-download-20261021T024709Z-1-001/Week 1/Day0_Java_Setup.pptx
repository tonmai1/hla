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5" r:id="rId6"/>
    <p:sldId id="260" r:id="rId7"/>
    <p:sldId id="268" r:id="rId8"/>
    <p:sldId id="267" r:id="rId9"/>
    <p:sldId id="261" r:id="rId10"/>
    <p:sldId id="266" r:id="rId11"/>
    <p:sldId id="262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2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372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E62B-BC7B-DD3B-B618-4BFE4530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13FEB-0138-6381-2640-4E0A190B3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FA85B-65A5-8556-08BB-310911276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CD511-7813-4575-9EA8-89A40B975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89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656C-9FB4-9847-1CD0-A3AE0D66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A72DA-D0D0-012F-CDD7-71CA79140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F3E74-D33A-E612-EDE0-0D36AB9E9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9E479-EA81-6E98-DA8A-0FC7C210F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49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83D9A-DA08-914B-EB7E-8F9B9833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65A03-CF3E-2D0E-C043-43F37AD98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18827-AF36-E2D5-E7D9-F5F6207CB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9CE70-D5B0-0627-1EC9-AA3BF0EF5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04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6D9F-2CFA-CDF3-78AD-378D0B06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A4979-6FAA-FD41-D7FB-2FDA6CC59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C8012-1DEF-8AD8-C288-D36C41447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5545D-73E2-506E-8D9F-1C61EC7E7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16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Setup Java</a:t>
            </a:r>
            <a:endParaRPr lang="en-US" sz="4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ลงเครื่องให้พร้อมก่อนเริ่มเรียน</a:t>
            </a:r>
            <a:endParaRPr lang="en-US" sz="4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4672" y="4069080"/>
            <a:ext cx="470916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423367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public class Main {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  public static void main(String[] args) {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    System.out.println("Hello Java");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  }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}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0" y="6263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BD5E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</a:t>
            </a:r>
            <a:endParaRPr lang="en-US" sz="13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223A"/>
                </a:solidFill>
                <a:latin typeface="TH SarabunPSK" panose="020B0500040200020003" pitchFamily="34" charset="-34"/>
                <a:ea typeface="Noto Sans Thai" pitchFamily="34" charset="-122"/>
                <a:cs typeface="TH SarabunPSK" panose="020B0500040200020003" pitchFamily="34" charset="-34"/>
              </a:rPr>
              <a:t>Day 0 ทำอะไรบ้าง</a:t>
            </a:r>
            <a:endParaRPr lang="en-US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49840" y="356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Day 0 / 1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83992" y="2391543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</a:p>
        </p:txBody>
      </p:sp>
      <p:sp>
        <p:nvSpPr>
          <p:cNvPr id="6" name="Text 4"/>
          <p:cNvSpPr/>
          <p:nvPr/>
        </p:nvSpPr>
        <p:spPr>
          <a:xfrm>
            <a:off x="1383992" y="252870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5848" y="3163348"/>
            <a:ext cx="149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Install JDK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8192" y="3625983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ลง Java Development Kit ให้เครื่อง Compile/Run 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28661" y="2546991"/>
            <a:ext cx="32004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3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18632" y="2391543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</a:p>
        </p:txBody>
      </p:sp>
      <p:sp>
        <p:nvSpPr>
          <p:cNvPr id="11" name="Text 9"/>
          <p:cNvSpPr/>
          <p:nvPr/>
        </p:nvSpPr>
        <p:spPr>
          <a:xfrm>
            <a:off x="4218632" y="252870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87715" y="3094857"/>
            <a:ext cx="1701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Configure PATH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32832" y="3625983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ตั้งค่า Environment Variables ให้ใช้คำสั่ง java/javac ได้ทุกที่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3301" y="2546991"/>
            <a:ext cx="32004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3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53272" y="2391543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</a:p>
        </p:txBody>
      </p:sp>
      <p:sp>
        <p:nvSpPr>
          <p:cNvPr id="16" name="Text 14"/>
          <p:cNvSpPr/>
          <p:nvPr/>
        </p:nvSpPr>
        <p:spPr>
          <a:xfrm>
            <a:off x="7053272" y="252870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93252" y="3154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Install IDE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67472" y="3625983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 Eclipse หรือ VS Code แล้วสร้าง Project แรก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497941" y="2546991"/>
            <a:ext cx="32004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3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887912" y="2391543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</a:p>
        </p:txBody>
      </p:sp>
      <p:sp>
        <p:nvSpPr>
          <p:cNvPr id="21" name="Text 19"/>
          <p:cNvSpPr/>
          <p:nvPr/>
        </p:nvSpPr>
        <p:spPr>
          <a:xfrm>
            <a:off x="9887912" y="252870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727892" y="3232017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Run First Program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02112" y="3625983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เขียน main() และทดสอบ System.out.println()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23A"/>
                </a:solidFill>
                <a:latin typeface="TH SarabunPSK" panose="020B0500040200020003" pitchFamily="34" charset="-34"/>
                <a:ea typeface="Noto Sans Thai" pitchFamily="34" charset="-122"/>
                <a:cs typeface="TH SarabunPSK" panose="020B0500040200020003" pitchFamily="34" charset="-34"/>
              </a:rPr>
              <a:t>เครื่องมือต้องมีอะไรบ้าง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49840" y="356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Day 0 / 2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73152" cy="4389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1307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JDK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719072"/>
            <a:ext cx="301752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ตัวหลักที่จำเป็นที่สุด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มีทั้ง JRE สำหรับรันโปรแกรม และ Compiler javac สำหรับแปลง .java เป็น .class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แนะนำใช้ JDK 21 </a:t>
            </a: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เพื่อความ</a:t>
            </a:r>
            <a:r>
              <a:rPr lang="th-TH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เสถียร</a:t>
            </a: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ในการเรียน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Workshop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1500" y="114300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1143000"/>
            <a:ext cx="73152" cy="4389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7720" y="1307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IDE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7720" y="1719072"/>
            <a:ext cx="301752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เลือกอย่างใดอย่างหนึ่ง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ตามที่ถนัด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Eclipse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: เหมาะกับ Java workshop แบบคลาสสิก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VS Code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: เบาและคุ้นมือ แต่ต้องติดตั้ง Extension </a:t>
            </a: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</a:t>
            </a:r>
            <a:endParaRPr lang="th-TH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th-TH" dirty="0">
              <a:solidFill>
                <a:srgbClr val="3341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b="1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Intellij</a:t>
            </a:r>
            <a:r>
              <a:rPr lang="en-US" b="1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IDE </a:t>
            </a:r>
            <a:r>
              <a:rPr lang="th-TH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ยอดนิยมสำหรับ 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46720" y="114300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1143000"/>
            <a:ext cx="73152" cy="4389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75320" y="1307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Terminal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75320" y="1719072"/>
            <a:ext cx="301752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ใช้ตรวจสอบว่า Java พร้อมจริงไหม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Command Prompt / PowerShell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คำสั่งที่ต้องผ่าน: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-version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javac -version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23A"/>
                </a:solidFill>
                <a:latin typeface="TH SarabunPSK" panose="020B0500040200020003" pitchFamily="34" charset="-34"/>
                <a:ea typeface="Noto Sans Thai" pitchFamily="34" charset="-122"/>
                <a:cs typeface="TH SarabunPSK" panose="020B0500040200020003" pitchFamily="34" charset="-34"/>
              </a:rPr>
              <a:t>Step 1 — ติดตั้ง JDK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49840" y="356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Day 0 / 3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73152" cy="4480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307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แนวทางติดตั้ง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4800600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1. ดาวน์โหลด JDK จากแหล่งที่เชื่อถือได้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2. </a:t>
            </a: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เลือกเวอร์ชันที่ใช้ในคอร์สให้ตรงกัน</a:t>
            </a:r>
            <a:r>
              <a:rPr lang="th-TH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(JDK 21)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3. </a:t>
            </a: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ติดตั้งตาม</a:t>
            </a:r>
            <a:r>
              <a:rPr lang="th-TH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</a:t>
            </a: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ปกติ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4. จด path ที่ติดตั้ง เช่น C:\Program Files\Java\jdk-21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01968" y="1490472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ตัวอย่างตำแหน่งติดตั้ง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C:\Program Files\Java\jdk-21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C:\Program Files\Eclipse Adoptium\jdk-21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3154680"/>
            <a:ext cx="4846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0" y="3154680"/>
            <a:ext cx="73152" cy="1325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29400" y="33192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เช็กหลังติดตั้ง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0" y="3730752"/>
            <a:ext cx="4434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java และ </a:t>
            </a:r>
            <a:r>
              <a:rPr lang="en-US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javac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บน </a:t>
            </a: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Terminal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47548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01968" y="491947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java -version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javac -version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761CF-8FBB-3B9D-C4A9-21D49CB3C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26A0D72-0199-AF8D-3E05-8F05B13294E9}"/>
              </a:ext>
            </a:extLst>
          </p:cNvPr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562B28-253C-2A5B-8E74-3C187313E2D7}"/>
              </a:ext>
            </a:extLst>
          </p:cNvPr>
          <p:cNvSpPr txBox="1"/>
          <p:nvPr/>
        </p:nvSpPr>
        <p:spPr>
          <a:xfrm>
            <a:off x="405693" y="892684"/>
            <a:ext cx="49947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https://adoptium.net/temurin/releases?version=21&amp;os=any&amp;arch=any</a:t>
            </a: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6B731D03-02AA-579E-AD33-FF29F5ADACB2}"/>
              </a:ext>
            </a:extLst>
          </p:cNvPr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ดาวน์โหลด</a:t>
            </a:r>
            <a:r>
              <a:rPr lang="en-US" sz="3600" b="1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JDK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959C91-F072-E9C3-C281-05434EF85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1742"/>
            <a:ext cx="6725621" cy="470278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FC2688-6582-0770-1C9A-31D96D033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930" y="1334604"/>
            <a:ext cx="2031345" cy="777063"/>
          </a:xfrm>
          <a:prstGeom prst="rect">
            <a:avLst/>
          </a:prstGeom>
          <a:solidFill>
            <a:srgbClr val="000000">
              <a:shade val="95000"/>
            </a:srgbClr>
          </a:solidFill>
          <a:ln w="127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B41B78-DAC1-13C5-049C-57CB12E69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876" y="2511688"/>
            <a:ext cx="4040799" cy="314457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6415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23A"/>
                </a:solidFill>
                <a:latin typeface="TH SarabunPSK" panose="020B0500040200020003" pitchFamily="34" charset="-34"/>
                <a:ea typeface="Noto Sans Thai" pitchFamily="34" charset="-122"/>
                <a:cs typeface="TH SarabunPSK" panose="020B0500040200020003" pitchFamily="34" charset="-34"/>
              </a:rPr>
              <a:t>Step 2 — ตั้งค่า JAVA_HOME และ PATH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49840" y="356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Day 0 / 4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3794760" cy="461772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115568"/>
            <a:ext cx="73152" cy="4617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JAVA_HOME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38328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ตัวแปรที่ชี้ไปยังโฟลเดอร์ JDK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ตัวอย่าง: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C:\Program Files\Java\jdk-21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หลายเครื่องมือ เช่น IDE, Build Tool หรือ HLA Workshop อาจอ้างอิงค่านี้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26280" y="1115568"/>
            <a:ext cx="3749040" cy="46177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26280" y="1115568"/>
            <a:ext cx="73152" cy="4617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PATH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33756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 path ไปที่ bin ของ JDK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ตัวอย่าง: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%JAVA_HOME%\bin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เพื่อให้เรียก java และ javac จาก Terminal ได้ทุกโฟลเดอร์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66760" y="1115568"/>
            <a:ext cx="3017520" cy="4617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66760" y="1115568"/>
            <a:ext cx="73152" cy="4617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953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Verify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95360" y="1691640"/>
            <a:ext cx="260604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เปิด Terminal ใหม่ แล้วพิมพ์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-version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javac -version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ถ้าขึ้นเวอร์ชัน แปลว่าพร้อมเรียน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69AEC-1F25-BA47-61D9-AC4285E2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8A01F6-5A08-15C6-ADB0-A991A2759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750" y="702004"/>
            <a:ext cx="8620995" cy="60005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59D698-31B2-F11D-751D-C4F1C9E0F523}"/>
              </a:ext>
            </a:extLst>
          </p:cNvPr>
          <p:cNvSpPr/>
          <p:nvPr/>
        </p:nvSpPr>
        <p:spPr>
          <a:xfrm>
            <a:off x="3676073" y="5357087"/>
            <a:ext cx="2087418" cy="3417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AAF3B2-70B2-66DF-20E7-F04575E8430B}"/>
              </a:ext>
            </a:extLst>
          </p:cNvPr>
          <p:cNvSpPr/>
          <p:nvPr/>
        </p:nvSpPr>
        <p:spPr>
          <a:xfrm>
            <a:off x="6080632" y="3631749"/>
            <a:ext cx="1296123" cy="233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280E9-E741-FA94-06B7-F2C13247491D}"/>
              </a:ext>
            </a:extLst>
          </p:cNvPr>
          <p:cNvSpPr/>
          <p:nvPr/>
        </p:nvSpPr>
        <p:spPr>
          <a:xfrm>
            <a:off x="10509468" y="4929458"/>
            <a:ext cx="1296123" cy="233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410A5A97-0967-F230-10A0-DC14EF8F35D3}"/>
              </a:ext>
            </a:extLst>
          </p:cNvPr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Set PATH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E2DED1-3612-10F6-8298-EC11C22B0E20}"/>
              </a:ext>
            </a:extLst>
          </p:cNvPr>
          <p:cNvSpPr txBox="1"/>
          <p:nvPr/>
        </p:nvSpPr>
        <p:spPr>
          <a:xfrm>
            <a:off x="344200" y="918369"/>
            <a:ext cx="4547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Setting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เปิดไปที่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Tab About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เข้าเมนู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Advanced system setting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Environment Variables…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7551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7A8EC-AD31-C1B9-2B43-EB730261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4062E5F-6332-F65B-E93C-6BA142596487}"/>
              </a:ext>
            </a:extLst>
          </p:cNvPr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4631AAF-27A9-A14D-BD01-308BAB7C4FBF}"/>
              </a:ext>
            </a:extLst>
          </p:cNvPr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Set PATH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CF365-5839-D501-421B-F3F334879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006" y="103288"/>
            <a:ext cx="5659677" cy="61791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1286F8-D851-CB53-5191-55AD927A9AB4}"/>
              </a:ext>
            </a:extLst>
          </p:cNvPr>
          <p:cNvSpPr txBox="1"/>
          <p:nvPr/>
        </p:nvSpPr>
        <p:spPr>
          <a:xfrm>
            <a:off x="344200" y="918369"/>
            <a:ext cx="4547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New…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ในส่วนของ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System variables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Variables name: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ใส่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JAVA_HOME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Variables value: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ใส่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path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ที่ติดตั้ง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JDK</a:t>
            </a:r>
          </a:p>
          <a:p>
            <a:r>
              <a:rPr lang="th-TH" i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ในตัวอย่างใช้ </a:t>
            </a:r>
            <a:r>
              <a:rPr lang="en-US" i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C:\program Files\java\jdk-21.0.12</a:t>
            </a:r>
          </a:p>
          <a:p>
            <a:endParaRPr lang="en-US" i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i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ทดสอบโดยการเปิด </a:t>
            </a:r>
            <a:r>
              <a:rPr lang="en-US" i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CMD </a:t>
            </a:r>
            <a:r>
              <a:rPr lang="th-TH" i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แล้วพิมพ์คำสั่ง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 --version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Javac --version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6A328-7BC3-3976-7864-8490CA38AD72}"/>
              </a:ext>
            </a:extLst>
          </p:cNvPr>
          <p:cNvSpPr/>
          <p:nvPr/>
        </p:nvSpPr>
        <p:spPr>
          <a:xfrm>
            <a:off x="9174844" y="3991967"/>
            <a:ext cx="763484" cy="233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845F10-B1A4-3F82-4739-0D7FE2B3F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85" y="3429000"/>
            <a:ext cx="5620711" cy="28534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9586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23A"/>
                </a:solidFill>
                <a:latin typeface="TH SarabunPSK" panose="020B0500040200020003" pitchFamily="34" charset="-34"/>
                <a:ea typeface="Noto Sans Thai" pitchFamily="34" charset="-122"/>
                <a:cs typeface="TH SarabunPSK" panose="020B0500040200020003" pitchFamily="34" charset="-34"/>
              </a:rPr>
              <a:t>Step 3 — เลือก IDE สำหรับเรียน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49840" y="356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Day 0 / 5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52120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73152" cy="4343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1307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Option A: Eclipse IDE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48006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เหมาะกับการเรียน Java แบบ Project/Package ชัดเจน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สิ่งที่ทำในวันแรก: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Create Java Project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Create Class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Run as Java Application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เหมาะกับ Workshop ที่ต่อยอดไป HLA/Portico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2120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73152" cy="4343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1307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Option B: VS Code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48006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เหมาะกับคนคุ้น VS Code อยู่แล้ว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Extension ที่ต้องมี: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Extension Pack for Java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สิ่งที่ทำในวันแรก: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Open Folder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Create Main.java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• Run / Debug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68880" y="5806440"/>
            <a:ext cx="7223760" cy="384048"/>
          </a:xfrm>
          <a:prstGeom prst="roundRect">
            <a:avLst>
              <a:gd name="adj" fmla="val 19048"/>
            </a:avLst>
          </a:prstGeom>
          <a:solidFill>
            <a:srgbClr val="12223A"/>
          </a:solidFill>
          <a:ln w="12700">
            <a:solidFill>
              <a:srgbClr val="1222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96896" y="5913776"/>
            <a:ext cx="6967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20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เพื่อให้เป็น รูปแบบเดียวกัน แนะนำให้เป็น </a:t>
            </a:r>
            <a:r>
              <a:rPr lang="en-US" sz="20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Eclipse 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0A3C9-135E-C73B-BDFE-721066BB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61BB9DC-9EC6-6AA8-77CB-A4FBED678315}"/>
              </a:ext>
            </a:extLst>
          </p:cNvPr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814C433-1420-D3CE-ECA0-E3126D961138}"/>
              </a:ext>
            </a:extLst>
          </p:cNvPr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23A"/>
                </a:solidFill>
                <a:latin typeface="TH SarabunPSK" panose="020B0500040200020003" pitchFamily="34" charset="-34"/>
                <a:ea typeface="Noto Sans Thai" pitchFamily="34" charset="-122"/>
                <a:cs typeface="TH SarabunPSK" panose="020B0500040200020003" pitchFamily="34" charset="-34"/>
              </a:rPr>
              <a:t>Download 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035A26-BF5E-0631-15AC-B7B3127F7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2608"/>
            <a:ext cx="5098472" cy="27643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DD9E4A-5FEF-811B-4D1A-C32B3C416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93549"/>
            <a:ext cx="5098472" cy="27616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3B40E7-633B-D3F1-4164-893E696C139D}"/>
              </a:ext>
            </a:extLst>
          </p:cNvPr>
          <p:cNvSpPr txBox="1"/>
          <p:nvPr/>
        </p:nvSpPr>
        <p:spPr>
          <a:xfrm>
            <a:off x="402852" y="1116556"/>
            <a:ext cx="5001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https://www.oracle.com/java/technologies/javase/jdk21-archive-downloads.html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2A9FF1-6572-DDAA-2E63-FC4FC9BC6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74" t="64859" r="35438" b="6049"/>
          <a:stretch>
            <a:fillRect/>
          </a:stretch>
        </p:blipFill>
        <p:spPr>
          <a:xfrm>
            <a:off x="502920" y="1419731"/>
            <a:ext cx="5001953" cy="16372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B68D511-B885-D703-81DF-955C89082C27}"/>
              </a:ext>
            </a:extLst>
          </p:cNvPr>
          <p:cNvSpPr/>
          <p:nvPr/>
        </p:nvSpPr>
        <p:spPr>
          <a:xfrm>
            <a:off x="4347000" y="2167511"/>
            <a:ext cx="328022" cy="233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2E153-EEC7-4A2B-29DA-13E64C3591B6}"/>
              </a:ext>
            </a:extLst>
          </p:cNvPr>
          <p:cNvSpPr txBox="1"/>
          <p:nvPr/>
        </p:nvSpPr>
        <p:spPr>
          <a:xfrm>
            <a:off x="402852" y="3513787"/>
            <a:ext cx="45478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หา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Eclipse IDE 2026-09 R Packages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กด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Download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Windows x86_64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แตกไฟล์พร้อมใช้งาน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20358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23A"/>
                </a:solidFill>
                <a:latin typeface="TH SarabunPSK" panose="020B0500040200020003" pitchFamily="34" charset="-34"/>
                <a:ea typeface="Noto Sans Thai" pitchFamily="34" charset="-122"/>
                <a:cs typeface="TH SarabunPSK" panose="020B0500040200020003" pitchFamily="34" charset="-34"/>
              </a:rPr>
              <a:t>Step 4 — โปรแกรม Java แรก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49840" y="356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Day 0 / 6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3886200" cy="49377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73152" cy="4937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โครงสร้างที่ต้องจำ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581912"/>
            <a:ext cx="3474720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ไฟล์ชื่อ Main.java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Class ชื่อ Main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Method main() คือจุดเริ่มต้นของโปรแกรม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System.out.println() ใช้แสดงผลข้อความออกหน้าจอ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92040" y="1143000"/>
            <a:ext cx="6172200" cy="2057400"/>
          </a:xfrm>
          <a:prstGeom prst="roundRect">
            <a:avLst>
              <a:gd name="adj" fmla="val 3556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93208" y="1307592"/>
            <a:ext cx="5806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public class Main {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  public static void main(String[] args) {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    System.out.println("Hello World");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  }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TH SarabunPSK" panose="020B0500040200020003" pitchFamily="34" charset="-34"/>
                <a:ea typeface="Consolas" pitchFamily="34" charset="-122"/>
                <a:cs typeface="TH SarabunPSK" panose="020B0500040200020003" pitchFamily="34" charset="-34"/>
              </a:rPr>
              <a:t>}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92040" y="3566160"/>
            <a:ext cx="6172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92040" y="3566160"/>
            <a:ext cx="73152" cy="1143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20640" y="373075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ผลลัพธ์ที่ต้องเห็น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0" y="4142232"/>
            <a:ext cx="5760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Hello World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92040" y="4983480"/>
            <a:ext cx="61722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92040" y="4983480"/>
            <a:ext cx="73152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20640" y="514807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จุดที่โยงไป HLA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20640" y="5559552"/>
            <a:ext cx="57607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HLA Federate ก็เริ่มจาก main() ก่อน แล้วค่อย connect เข้ากับ RTI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9">
            <a:extLst>
              <a:ext uri="{FF2B5EF4-FFF2-40B4-BE49-F238E27FC236}">
                <a16:creationId xmlns:a16="http://schemas.microsoft.com/office/drawing/2014/main" id="{3CDBD71B-2D29-C0F9-15B0-52E2E6501D1D}"/>
              </a:ext>
            </a:extLst>
          </p:cNvPr>
          <p:cNvSpPr/>
          <p:nvPr/>
        </p:nvSpPr>
        <p:spPr>
          <a:xfrm>
            <a:off x="6126480" y="10058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34BC1CE3-ADC1-A59D-B3EB-44C815BE953F}"/>
              </a:ext>
            </a:extLst>
          </p:cNvPr>
          <p:cNvSpPr/>
          <p:nvPr/>
        </p:nvSpPr>
        <p:spPr>
          <a:xfrm>
            <a:off x="6126480" y="20574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CF959891-9B72-D263-2FEF-D3F6475E2B42}"/>
              </a:ext>
            </a:extLst>
          </p:cNvPr>
          <p:cNvSpPr/>
          <p:nvPr/>
        </p:nvSpPr>
        <p:spPr>
          <a:xfrm>
            <a:off x="6126480" y="3114514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4CB60A53-83A0-9CC1-8674-29547DBA4579}"/>
              </a:ext>
            </a:extLst>
          </p:cNvPr>
          <p:cNvSpPr/>
          <p:nvPr/>
        </p:nvSpPr>
        <p:spPr>
          <a:xfrm>
            <a:off x="822960" y="4142232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Text 0"/>
          <p:cNvSpPr/>
          <p:nvPr/>
        </p:nvSpPr>
        <p:spPr>
          <a:xfrm>
            <a:off x="502920" y="2926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23A"/>
                </a:solidFill>
                <a:latin typeface="TH SarabunPSK" panose="020B0500040200020003" pitchFamily="34" charset="-34"/>
                <a:ea typeface="Noto Sans Thai" pitchFamily="34" charset="-122"/>
                <a:cs typeface="TH SarabunPSK" panose="020B0500040200020003" pitchFamily="34" charset="-34"/>
              </a:rPr>
              <a:t>Checklist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49840" y="356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Day 0 / 7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Foundation for HLA • Day 0 Setup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1942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✓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592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ติดตั้ง JDK แล้ว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2458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✓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45920" y="2221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ตั้ง JAVA_HOME แล้ว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30175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✓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4592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 PATH แล้ว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3489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✓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45920" y="43113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 -version ใช้ได้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26480" y="11942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✓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javac -version ใช้ได้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22458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✓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49440" y="2221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IDE เปิด Project 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26480" y="32973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✓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4944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3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รัน Hello world 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845</Words>
  <Application>Microsoft Office PowerPoint</Application>
  <PresentationFormat>Widescreen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TH SarabunPSK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0: Java Setup</dc:title>
  <dc:subject>Day 0 Java Setup</dc:subject>
  <dc:creator>OpenAI</dc:creator>
  <cp:lastModifiedBy>soft</cp:lastModifiedBy>
  <cp:revision>7</cp:revision>
  <dcterms:created xsi:type="dcterms:W3CDTF">2026-09-10T09:27:49Z</dcterms:created>
  <dcterms:modified xsi:type="dcterms:W3CDTF">2026-10-05T11:09:05Z</dcterms:modified>
</cp:coreProperties>
</file>